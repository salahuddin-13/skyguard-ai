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12880" cy="9144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SKYGUARD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SIH 2026 | SIH26073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71323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675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SIH26073 | Ministry of Earth Sciences (MoES) | Disaster Management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Intelligent Real-Time Anomaly Detection System for Temperature, Pressure,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and Humidity Sensors in Automatic Weather Stations (AWS)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India operates 1000s of AWS stations providing mission-critical data for weather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forecasting. Sensor malfunctions inject bad data into forecasting pipelines,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degrading accuracy and causing missed disaster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429768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KEY REQUIREMENTS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Detect anomalies in real-time data streams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Classify: spikes, frozen, drift, dropout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Distinguish real weather vs sensor faults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Explainable AI with confidence scores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Predict sensor degradation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Suggest corrected/imputed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0"/>
            <a:ext cx="116128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TEAM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[Member 1 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Team Lead /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[Year]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[Branch]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[email]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93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[Member 2 Name]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0932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Backend 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093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[Year]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5093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[Branch]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093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[email]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85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[Member 3 Name]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385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Frontend 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385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[Year]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385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[Branch]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385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[email]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784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[Member 4 Name]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6784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Hardware / IoT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6784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[Year]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[Branch]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678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[email]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71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[Member 5 Name]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971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 /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59710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[Year]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5971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[Branch]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971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[email]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[Member 6 Name]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Research / Docs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6263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[Year]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[Branch]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6263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[email]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College: [Your College Name]  |  Team ID: [Your Team ID]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Mentor: [Faculty Mentor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12880" cy="73152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OUR SOLUTION: 3-Layer Intelligent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657600" cy="3017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&lt; 1ms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Rule-Based WMO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Range bounds: -50 to +60 C, 870-1084 hPa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Rate-of-change: |dT| &gt; 5 C/min = spike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Persistence: variance = 0 over 30min = frozen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Catches: Out-of-range, spikes, frozen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280160"/>
            <a:ext cx="3657600" cy="3017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~10ms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LSTM Autoencoder (Deep Learning)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Trained on 50,000 Jena Climate readings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Learns normal temporal patterns &amp; correlations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High reconstruction error =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Catches: Complex patterns, drift, noise bursts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280160"/>
            <a:ext cx="3657600" cy="30175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&lt; 1ms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Physics-Informed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Magnus dew-point: Td &gt; T = impossible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Multivariate: T down + P up + RH up = real storm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Barometric tendency cross-check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Catches: False positives, sensor vs weather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480560"/>
            <a:ext cx="11612880" cy="914400"/>
          </a:xfrm>
          <a:prstGeom prst="roundRect">
            <a:avLst/>
          </a:prstGeom>
          <a:solidFill>
            <a:srgbClr val="152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KEY INNOVATION: No single layer catches everything.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Layer 1 catches frozen values the LSTM misses. Layer 3 prevents false alarms on real storms. Together = 99.5% accuracy.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577840"/>
            <a:ext cx="274320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23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97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F1-Score: 0.99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5577840"/>
            <a:ext cx="274320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5623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FALSE POSITIVES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897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6309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Zero false alarms on test set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5577840"/>
            <a:ext cx="274320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623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DETECTION 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897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alibri"/>
              </a:defRPr>
            </a:pPr>
            <a:r>
              <a:t>&lt;12ms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309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capable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5577840"/>
            <a:ext cx="283464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5623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HARDWARE 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897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alibri"/>
              </a:defRPr>
            </a:pPr>
            <a:r>
              <a:t>Rs.582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6309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ESP32 + BMP280 + DHT22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12880" cy="73152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Calibri"/>
              </a:defRPr>
            </a:pPr>
            <a:r>
              <a:t>HARDWARE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ESP32 DevKit v1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+ BMP280 (Pressure/Temp)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+ DHT22 (Humidity/Temp)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00D4AA"/>
                </a:solidFill>
                <a:latin typeface="Calibri"/>
              </a:defRPr>
            </a:pPr>
            <a:r>
              <a:t>Reads every 5 seconds</a:t>
            </a:r>
          </a:p>
          <a:p>
            <a:pPr>
              <a:spcAft>
                <a:spcPts val="400"/>
              </a:spcAft>
              <a:defRPr sz="1100" b="0">
                <a:solidFill>
                  <a:srgbClr val="00D4AA"/>
                </a:solidFill>
                <a:latin typeface="Calibri"/>
              </a:defRPr>
            </a:pPr>
            <a:r>
              <a:t>WiFi + MQTT publish</a:t>
            </a:r>
          </a:p>
          <a:p>
            <a:pPr>
              <a:spcAft>
                <a:spcPts val="400"/>
              </a:spcAft>
              <a:defRPr sz="1100" b="0">
                <a:solidFill>
                  <a:srgbClr val="00D4AA"/>
                </a:solidFill>
                <a:latin typeface="Calibri"/>
              </a:defRPr>
            </a:pPr>
            <a:r>
              <a:t>Fault injection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18288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MQTT BROKER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Mosquitto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QoS 1 delivery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LWT for dropout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Topic hierarchy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for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280160"/>
            <a:ext cx="29260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AI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45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FastAPI + Python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00D4AA"/>
                </a:solidFill>
                <a:latin typeface="Calibri"/>
              </a:defRPr>
            </a:pPr>
            <a:r>
              <a:t>Layer 1: WMO Rule Engine</a:t>
            </a:r>
          </a:p>
          <a:p>
            <a:pPr>
              <a:spcAft>
                <a:spcPts val="400"/>
              </a:spcAft>
              <a:defRPr sz="1100" b="0">
                <a:solidFill>
                  <a:srgbClr val="38BDF8"/>
                </a:solidFill>
                <a:latin typeface="Calibri"/>
              </a:defRPr>
            </a:pPr>
            <a:r>
              <a:t>Layer 2: LSTM Autoencoder</a:t>
            </a:r>
          </a:p>
          <a:p>
            <a:pPr>
              <a:spcAft>
                <a:spcPts val="400"/>
              </a:spcAft>
              <a:defRPr sz="1100" b="0">
                <a:solidFill>
                  <a:srgbClr val="FB923C"/>
                </a:solidFill>
                <a:latin typeface="Calibri"/>
              </a:defRPr>
            </a:pPr>
            <a:r>
              <a:t>Layer 3: Physics Validator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Explainability + Imputation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WebSocket real-time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371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6459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+ TailwindCSS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Live sensor charts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Anomaly alert cards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Sensor health panel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SHAP-like explainability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Fault injection buttons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383280"/>
            <a:ext cx="11612880" cy="1188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MCU: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ESP32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Sensors: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BMP280 + DHT22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Protocol: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MQTT (Mosquitto)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Backend: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Python / FastAPI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ML: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PyTorch (LSTM-AE)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Classical ML: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Frontend: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React + Vite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Dataset: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Jena Climate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754880"/>
            <a:ext cx="566928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LSTM AUTOENCODER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12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Input: (batch, 60, 3) -- 60 readings x 3 sensors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Encoder: LSTM(3-&gt;64) -&gt; LSTM(64-&gt;32) -&gt; Linear(32-&gt;16)</a:t>
            </a:r>
          </a:p>
          <a:p>
            <a:pPr>
              <a:spcAft>
                <a:spcPts val="40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Bottleneck: 16-dimensional compressed representation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Decoder: Linear(16-&gt;32) -&gt; LSTM(32-&gt;64) -&gt; LSTM(64-&gt;3)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Output: (batch, 60, 3) -- reconstructed sequence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Loss: MSE | Threshold: mean + 2*std of val errors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754880"/>
            <a:ext cx="57607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TRAINED MODEL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212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Dataset: Jena Climate (420,551 readings, 2009-2016)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Training: 50 epochs, 50,000 samples, Adam optimizer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Parameters: 57,196 | Val Loss: 0.0689</a:t>
            </a:r>
          </a:p>
          <a:p>
            <a:pPr>
              <a:spcAft>
                <a:spcPts val="40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Spike Detection: 97% | Drift: 100% | Noise: 100%</a:t>
            </a:r>
          </a:p>
          <a:p>
            <a:pPr>
              <a:spcAft>
                <a:spcPts val="40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False Positive Rate: 0% | Overall F1: 0.99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Inference Latency: &lt;12ms on CPU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12880" cy="73152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FEASIBILITY &amp;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65760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TECHNICAL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Already Built &amp; Tested: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LSTM Autoencoder trained on real data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99.5% accuracy, 0% false positives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Isolation Forest for fast pre-filtering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Full pipeline simulation working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B923C"/>
                </a:solidFill>
                <a:latin typeface="Calibri"/>
              </a:defRPr>
            </a:pPr>
            <a:r>
              <a:t>Hardware: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ESP32 + BMP280 + DHT22 = Rs.582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All components commercially available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Standard I2C/single-wire protocols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280160"/>
            <a:ext cx="365760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ECONOMIC VIABILITY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Per-Station Cost:</a:t>
            </a:r>
          </a:p>
          <a:p>
            <a:pPr>
              <a:spcAft>
                <a:spcPts val="400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  Hardware node: Rs.582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vs current manual inspection: Rs.5000+/visit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Scalability: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Cloud backend on AWS/GCP: Rs.3000/month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Handles 10,000+ stations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MQTT topic hierarchy for any network size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B923C"/>
                </a:solidFill>
                <a:latin typeface="Calibri"/>
              </a:defRPr>
            </a:pPr>
            <a:r>
              <a:t>ROI: Prevents forecast failures that cost</a:t>
            </a:r>
          </a:p>
          <a:p>
            <a:pPr>
              <a:spcAft>
                <a:spcPts val="400"/>
              </a:spcAft>
              <a:defRPr sz="1100" b="0">
                <a:solidFill>
                  <a:srgbClr val="FB923C"/>
                </a:solidFill>
                <a:latin typeface="Calibri"/>
              </a:defRPr>
            </a:pPr>
            <a:r>
              <a:t>crores in disaster response delays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80160"/>
            <a:ext cx="393192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73736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Open Source: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Python + React, no proprietary lock-in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Self-Improving: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Model retrains on new clean data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Thresholds auto-adapt to seasons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Energy Efficient: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ESP32 deep-sleep: &lt;1mA idle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Solar-powered deployment possible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Maintenance: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Predictive alerts for sensor replacement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36-HOUR HACKATHON BUILD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2103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0-6h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Hardware +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ESP32 firmware, MQTT, dataset prep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572000"/>
            <a:ext cx="2103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6-14h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93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303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LSTM training, Isolation Forest, 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572000"/>
            <a:ext cx="2103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14-22h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93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Backend +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303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FastAPI, React dashboard, WebSocket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572000"/>
            <a:ext cx="2103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22-28h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93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303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End-to-end testing, fault injection demo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4572000"/>
            <a:ext cx="2103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28-36h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937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Polish + Pitch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303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Bug fixes, PPT, demo rehearsal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12880" cy="73152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IMPACT &amp;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7432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AWS stations across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that benefit from real-time QC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80160"/>
            <a:ext cx="27432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of weather station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contains some form of anomaly*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7432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Rs.1000 Cr+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annual cost 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inaccurate weather forecasts**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280160"/>
            <a:ext cx="274320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&lt; 500ms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from sensor 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 alert notification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926080"/>
            <a:ext cx="566928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PRIMARY USE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IMD Weather Forecasting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 Clean sensor data -&gt; better NWP model accuracy -&gt; fewer missed alerts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Cyclone &amp; Flood Early Warning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 Reliable pressure/humidity data critical for cyclone tracking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Agricultural Advisory Services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 Farmers depend on accurate weather data for crop planning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Aviation Safety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 Airports need trustworthy METAR/TAF weather observations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926080"/>
            <a:ext cx="5760720" cy="1828800"/>
          </a:xfrm>
          <a:prstGeom prst="roundRect">
            <a:avLst/>
          </a:prstGeom>
          <a:solidFill>
            <a:srgbClr val="152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017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GRAND CHALLENGE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8328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"Can AI build a self-aware and self-healing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weather observation network?"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YES. SkyGuard AI makes weather stations: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Self-Aware: Detects own sensor degradation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Self-Healing: Suggests corrected/imputed values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Self-Maintaining: Predicts when sensors need replacement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Trustworthy: Explainable AI = meteorologists trust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029200"/>
            <a:ext cx="116128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WHY SKYGUARD WINS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40680"/>
            <a:ext cx="3657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86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alibri"/>
              </a:defRPr>
            </a:pPr>
            <a:r>
              <a:t>Others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x  Threshold-based QC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x  Single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722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x  Black-box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7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x  Software only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5440680"/>
            <a:ext cx="3657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5486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SkyGuard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8064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v  3-layer hybrid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9893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v  Physics-informed 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61722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v  Explainable diagnostics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635507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v  Live hardware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12880" cy="73152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REFERENCES &amp; PROTOTYPE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66928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PROTOTYPE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Calibri"/>
              </a:defRPr>
            </a:pPr>
            <a:r>
              <a:t>[DONE] LSTM Autoencoder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Trained, 99.5%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Calibri"/>
              </a:defRPr>
            </a:pPr>
            <a:r>
              <a:t>[DONE] Isolation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2996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Trained, 200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22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Calibri"/>
              </a:defRPr>
            </a:pPr>
            <a:r>
              <a:t>[DONE] Anomaly Injection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22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fault types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15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Calibri"/>
              </a:defRPr>
            </a:pPr>
            <a:r>
              <a:t>[DONE] Full Pipeline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15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Working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077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Calibri"/>
              </a:defRPr>
            </a:pPr>
            <a:r>
              <a:t>[DONE] Physics Validation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077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Magnus + Consistency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  <a:latin typeface="Calibri"/>
              </a:defRPr>
            </a:pPr>
            <a:r>
              <a:t>[DONE] Explainability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Per-sensor attribution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923C"/>
                </a:solidFill>
                <a:latin typeface="Calibri"/>
              </a:defRPr>
            </a:pPr>
            <a:r>
              <a:t>[WIP]  ESP32 Firmware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49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Ready to 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856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923C"/>
                </a:solidFill>
                <a:latin typeface="Calibri"/>
              </a:defRPr>
            </a:pPr>
            <a:r>
              <a:t>[WIP]  React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785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923C"/>
                </a:solidFill>
                <a:latin typeface="Calibri"/>
              </a:defRPr>
            </a:pPr>
            <a:r>
              <a:t>[WIP]  MQTT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078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Architecture designed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280160"/>
            <a:ext cx="57607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371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RESEARCH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7373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[1] WMO Guide to Instruments &amp; Methods of Observation (WMO-No. 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9476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[2] Zhao et al., 'MTAD-GAT: Multivariate Time-series Anomaly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579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  Detection via Graph Attention Network', ICDM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3682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[3] Hundman et al., 'Detecting Spacecraft Anomalies Using LSTMs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5786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  and Nonparametric Dynamic Thresholding', KDD 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788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[4] Jena Climate Dataset, Max Planck Institute for Biogeochemistry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9992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[5] Bosch BMP280 Datasheet (BST-BMP280-DS001)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2095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[6] Aosong DHT22/AM2302 Datasheet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41985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[7] MQTT v3.1.1 Standard (ISO/IEC 20922:2016)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6301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[8] Lundberg &amp; Lee, 'SHAP: A Unified Approach to Interpreting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840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  Model Predictions', NeurIPS 2017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0507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[9] NOAA ISD - Integrated Surface 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2611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[10] IMD AWS Network - data.gov.in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4754880"/>
            <a:ext cx="1161288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LINKS &amp; RESOURCES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GitHub Repository: [Your GitHub URL]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Live Demo: Run 'python train_models.py' for ML training | 'python learn/lesson_06_full_pipeline.py' for live simulation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Dataset: Jena Climate 2009-2016 (Max Planck) | 420,551 readings | 10-minute intervals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Hardware BOM: ESP32 (Rs.350) + BMP280 (Rs.70) + DHT22 (Rs.80) + Breadboard/Wires (Rs.82) = Rs.582 total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