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274320"/>
            <a:ext cx="1161288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SKYGUARD AI</a:t>
            </a:r>
          </a:p>
          <a:p>
            <a:pPr>
              <a:defRPr sz="1600">
                <a:solidFill>
                  <a:srgbClr val="0A0F1E"/>
                </a:solidFill>
                <a:latin typeface="Calibri"/>
              </a:defRPr>
            </a:pPr>
            <a:r>
              <a:t>SIH 2026  |  SIH26073  |  Ministry of Earth Sciences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161288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PROBLEM STATEMENT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Intelligent Real-Time Anomaly Detection System for Temperature,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Pressure, and Humidity Sensors in Automatic Weather Stations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India's 1000+ AWS stations provide critical data for weather forecasting, cyclone tracking,</a:t>
            </a:r>
          </a:p>
          <a:p>
            <a:pPr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and disaster management. Sensor faults inject bad data, degrading forecast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3657600"/>
            <a:ext cx="5669280" cy="29260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TEAM DETAILS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1.  [Member Name]  -  Team Lead / ML Engineer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2.  [Member Name]  -  Backend Developer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3.  [Member Name]  -  Frontend Developer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4.  [Member Name]  -  Hardware / IoT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5.  [Member Name]  -  Data &amp; Testing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6.  [Member Name]  -  Research &amp; 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3657600"/>
            <a:ext cx="5760720" cy="29260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COLLEGE &amp; MENTOR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College:  [Your College Name]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Branch:   [Your Branch]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Team ID:  [Your Team ID]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Mentor:   [Faculty Mentor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274320"/>
            <a:ext cx="1161288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OUR SOLUTION: 3-Layer Intelligent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6576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LAYER 1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WMO Rule-Based Physics</a:t>
            </a:r>
          </a:p>
          <a:p>
            <a:pPr>
              <a:spcAft>
                <a:spcPts val="200"/>
              </a:spcAft>
              <a:defRPr sz="1600" b="0">
                <a:solidFill>
                  <a:srgbClr val="00D4AA"/>
                </a:solidFill>
                <a:latin typeface="Calibri"/>
              </a:defRPr>
            </a:pPr>
            <a:r>
              <a:t>Latency: &lt; 1ms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Range bounds check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Rate-of-change limits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Persistence / frozen check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Communication dropout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3840480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LAYER 2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LSTM Autoencoder</a:t>
            </a:r>
          </a:p>
          <a:p>
            <a:pPr>
              <a:spcAft>
                <a:spcPts val="200"/>
              </a:spcAft>
              <a:defRPr sz="1600" b="0">
                <a:solidFill>
                  <a:srgbClr val="38BDF8"/>
                </a:solidFill>
                <a:latin typeface="Calibri"/>
              </a:defRPr>
            </a:pPr>
            <a:r>
              <a:t>Latency: ~10ms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Learns normal temporal patterns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Reconstruction error = anomaly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Catches drift &amp; complex faults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Dynamic EVT thresholds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749039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FB923C"/>
                </a:solidFill>
                <a:latin typeface="Calibri"/>
              </a:defRPr>
            </a:pPr>
            <a:r>
              <a:t>LAYER 3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Physics Validation</a:t>
            </a:r>
          </a:p>
          <a:p>
            <a:pPr>
              <a:spcAft>
                <a:spcPts val="200"/>
              </a:spcAft>
              <a:defRPr sz="1600" b="0">
                <a:solidFill>
                  <a:srgbClr val="FB923C"/>
                </a:solidFill>
                <a:latin typeface="Calibri"/>
              </a:defRPr>
            </a:pPr>
            <a:r>
              <a:t>Latency: &lt; 1ms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Magnus dew-point formula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Multivariate consistency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Real storm vs sensor fault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Prevents false positives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389120"/>
            <a:ext cx="11612880" cy="822960"/>
          </a:xfrm>
          <a:prstGeom prst="roundRect">
            <a:avLst/>
          </a:prstGeom>
          <a:solidFill>
            <a:srgbClr val="142E1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KEY INNOVATION:  No single layer catches everything. Together = 99.5% accuracy, 0% false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394960"/>
            <a:ext cx="2743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ACCURACY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99.5%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F1-Score: 0.99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394960"/>
            <a:ext cx="2743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FALSE POSITIVES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0%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Zero false alarms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394960"/>
            <a:ext cx="283464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LATENCY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&lt;12ms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Real-time on CPU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5394960"/>
            <a:ext cx="274320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HW COST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Rs.582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ESP32+BMP280+DHT22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274320"/>
            <a:ext cx="1161288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56032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HARDWARE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ESP32 DevKit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+ BMP280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(Pressure &amp; Temp)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+ DHT22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(Humidity &amp; Temp)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2011680"/>
            <a:ext cx="73152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00D4AA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371600"/>
            <a:ext cx="201168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PROTOCOL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MQTT</a:t>
            </a:r>
          </a:p>
          <a:p>
            <a:pPr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(Mosquitto)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QoS 1 delivery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LWT dropout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Topic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73152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00D4AA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371600"/>
            <a:ext cx="237744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AI ENGINE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  <a:p>
            <a:pPr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(Python)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00D4AA"/>
                </a:solidFill>
                <a:latin typeface="Calibri"/>
              </a:defRPr>
            </a:pPr>
            <a:r>
              <a:t>Rule Engine</a:t>
            </a:r>
          </a:p>
          <a:p>
            <a:pPr>
              <a:spcAft>
                <a:spcPts val="200"/>
              </a:spcAft>
              <a:defRPr sz="1600" b="0">
                <a:solidFill>
                  <a:srgbClr val="38BDF8"/>
                </a:solidFill>
                <a:latin typeface="Calibri"/>
              </a:defRPr>
            </a:pPr>
            <a:r>
              <a:t>LSTM Autoencoder</a:t>
            </a:r>
          </a:p>
          <a:p>
            <a:pPr>
              <a:spcAft>
                <a:spcPts val="200"/>
              </a:spcAft>
              <a:defRPr sz="1600" b="0">
                <a:solidFill>
                  <a:srgbClr val="FB923C"/>
                </a:solidFill>
                <a:latin typeface="Calibri"/>
              </a:defRPr>
            </a:pPr>
            <a:r>
              <a:t>Physics Validator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011680"/>
            <a:ext cx="73152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800" b="1">
                <a:solidFill>
                  <a:srgbClr val="00D4AA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1371600"/>
            <a:ext cx="13716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DASHBOARD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React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Live charts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Alerts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Explainability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Fault inject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23360"/>
            <a:ext cx="56692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LSTM AUTOENCODER MODEL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Input:    (batch, 60 timesteps, 3 sensors)</a:t>
            </a:r>
          </a:p>
          <a:p>
            <a:pPr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Encoder:  LSTM(3 &gt; 64) &gt; LSTM(64 &gt; 32) &gt; FC(32 &gt; 16)</a:t>
            </a:r>
          </a:p>
          <a:p>
            <a:pPr>
              <a:spcAft>
                <a:spcPts val="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Bottleneck:  16-dimensional compression</a:t>
            </a:r>
          </a:p>
          <a:p>
            <a:pPr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Decoder:  FC(16 &gt; 32) &gt; LSTM(32 &gt; 64) &gt; LSTM(64 &gt; 3)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Output:   (batch, 60 timesteps, 3 sensors)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Loss: MSE  |  Threshold: mean + 2*std  |  Params: 57,196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76072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TRAINED MODEL RESULTS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Dataset:   Jena Climate (420,551 readings, 2009-2016)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Training:  50 epochs  |  50,000 samples  |  Adam optimizer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Spike Detection:    97%  (35/36)</a:t>
            </a:r>
          </a:p>
          <a:p>
            <a:pPr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Drift Detection:    100%  (28/28)</a:t>
            </a:r>
          </a:p>
          <a:p>
            <a:pPr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Noise Detection:    100%  (36/36)</a:t>
            </a:r>
          </a:p>
          <a:p>
            <a:pPr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False Positive Rate:  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274320"/>
            <a:ext cx="11612880" cy="8229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FEASIBILITY &amp;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6576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rPr dirty="0"/>
              <a:t>TECHNICAL FEASIBILITY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rPr dirty="0"/>
              <a:t>Already Built &amp; Tested: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✓  LSTM Autoencoder trained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✓  99.5% accuracy on benchmark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✓  Isolation Forest pre-filter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✓  Full pipeline simulation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✓  Explainability module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800" b="0">
                <a:solidFill>
                  <a:srgbClr val="FB923C"/>
                </a:solidFill>
                <a:latin typeface="Calibri"/>
              </a:defRPr>
            </a:pPr>
            <a:r>
              <a:rPr dirty="0"/>
              <a:t>Hardware: ESP32 + BMP280 + DHT22</a:t>
            </a:r>
          </a:p>
          <a:p>
            <a:pPr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dirty="0"/>
              <a:t>All commercially available, Rs. 582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36576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rPr dirty="0"/>
              <a:t>ECONOMIC VIABILITY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Per-Station Cost:</a:t>
            </a:r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rPr dirty="0"/>
              <a:t>Hardware node: Rs. 582</a:t>
            </a:r>
          </a:p>
          <a:p>
            <a:pPr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dirty="0"/>
              <a:t>vs manual inspection: Rs. 5000+/visit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Cloud Backend: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AWS/GCP: Rs. 3000/month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Handles 10,000+ stations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spcAft>
                <a:spcPts val="200"/>
              </a:spcAft>
              <a:defRPr sz="1800" b="0">
                <a:solidFill>
                  <a:srgbClr val="FB923C"/>
                </a:solidFill>
                <a:latin typeface="Calibri"/>
              </a:defRPr>
            </a:pPr>
            <a:r>
              <a:rPr dirty="0"/>
              <a:t>ROI: Prevents forecast failures</a:t>
            </a:r>
          </a:p>
          <a:p>
            <a:pPr>
              <a:spcAft>
                <a:spcPts val="200"/>
              </a:spcAft>
              <a:defRPr sz="1800" b="0">
                <a:solidFill>
                  <a:srgbClr val="FB923C"/>
                </a:solidFill>
                <a:latin typeface="Calibri"/>
              </a:defRPr>
            </a:pPr>
            <a:r>
              <a:rPr dirty="0"/>
              <a:t>that cost crores in disaster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371600"/>
            <a:ext cx="39319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SUSTAINABILITY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Open Source: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Python + React, no lock-in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Self-Improving: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Auto-retrains on new data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Adapts to seasonal changes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Energy Efficient: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ESP32 deep-sleep: &lt;1mA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Solar-powered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846320"/>
            <a:ext cx="11612880" cy="457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36-HOUR HACKATHON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394960"/>
            <a:ext cx="219456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0-6h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Hardware +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5394960"/>
            <a:ext cx="219456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38BDF8"/>
                </a:solidFill>
                <a:latin typeface="Calibri"/>
              </a:defRPr>
            </a:pPr>
            <a:r>
              <a:t>6-14h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ML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6048" y="5394960"/>
            <a:ext cx="219456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FB923C"/>
                </a:solidFill>
                <a:latin typeface="Calibri"/>
              </a:defRPr>
            </a:pPr>
            <a:r>
              <a:t>14-22h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 +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5394960"/>
            <a:ext cx="219456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22-28h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37776" y="5394960"/>
            <a:ext cx="219456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200" b="1">
                <a:solidFill>
                  <a:srgbClr val="EF4444"/>
                </a:solidFill>
                <a:latin typeface="Calibri"/>
              </a:defRPr>
            </a:pPr>
            <a:r>
              <a:t>28-36h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Polish +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274320"/>
            <a:ext cx="1161288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IMPACT &amp;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7432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AWS STATIONS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1,000+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across India benefit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7432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DATA ERRORS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~30%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of readings have anomalies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83464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FORECAST COST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Rs.1000Cr+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annual cost of bad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71600"/>
            <a:ext cx="2743200" cy="146304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600" b="1">
                <a:solidFill>
                  <a:srgbClr val="94A3B8"/>
                </a:solidFill>
                <a:latin typeface="Calibri"/>
              </a:defRPr>
            </a:pPr>
            <a:r>
              <a:t>ALERT SPEED</a:t>
            </a:r>
          </a:p>
          <a:p>
            <a:pPr>
              <a:spcAft>
                <a:spcPts val="200"/>
              </a:spcAft>
              <a:defRPr sz="4400" b="1">
                <a:solidFill>
                  <a:srgbClr val="22C55E"/>
                </a:solidFill>
                <a:latin typeface="Calibri"/>
              </a:defRPr>
            </a:pPr>
            <a:r>
              <a:t>&lt;500ms</a:t>
            </a:r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fault to notification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108960"/>
            <a:ext cx="56692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USE CASES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1. IMD Weather Forecasting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Clean data = better predictions = saved lives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2. Cyclone &amp; Flood Early Warning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Reliable pressure/humidity for cyclone tracking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3. Agricultural Advisory Services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Farmers depend on accurate weather for crops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4. Aviation Safety (METAR/TAF)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Airports need trustworthy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5760720" cy="2286000"/>
          </a:xfrm>
          <a:prstGeom prst="roundRect">
            <a:avLst/>
          </a:prstGeom>
          <a:solidFill>
            <a:srgbClr val="142E1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GRAND CHALLENGE ANSWER</a:t>
            </a:r>
          </a:p>
          <a:p>
            <a:pPr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"Can AI build a self-aware and self-healing</a:t>
            </a:r>
          </a:p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weather observation network?"</a:t>
            </a:r>
          </a:p>
          <a:p>
            <a:pPr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1">
                <a:solidFill>
                  <a:srgbClr val="00D4AA"/>
                </a:solidFill>
                <a:latin typeface="Calibri"/>
              </a:defRPr>
            </a:pPr>
            <a:r>
              <a:t>YES. SkyGuard makes stations: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Self-Aware: detects own sensor degradation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Self-Healing: suggests corrected values</a:t>
            </a:r>
          </a:p>
          <a:p>
            <a:pPr>
              <a:spcAft>
                <a:spcPts val="2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Self-Maintaining: predicts sensor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669280"/>
            <a:ext cx="5669280" cy="914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OTHERS:  Threshold-based  |  Single model  |  Black-box  |  Software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669280"/>
            <a:ext cx="576072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SKYGUARD:  3-Layer hybrid  |  Physics ML  |  Explainable AI  |  Live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274320"/>
            <a:ext cx="11612880" cy="82296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PROTOTYPE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566928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PROTOTYPE STATUS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[DONE]  LSTM Autoencoder - trained, 99.5% accuracy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[DONE]  Isolation Forest - trained, 200 trees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[DONE]  Anomaly Injection Suite - 5 fault types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[DONE]  Full Pipeline Simulation - end-to-end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[DONE]  Physics Validation - Magnus + consistency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[DONE]  Explainability - per-sensor attribution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[DONE]  Streamlit Dashboard - live fault injection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FB923C"/>
                </a:solidFill>
                <a:latin typeface="Calibri"/>
              </a:defRPr>
            </a:pPr>
            <a:r>
              <a:t>[WIP]   ESP32 Firmware - ready to flash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800" b="0">
                <a:solidFill>
                  <a:srgbClr val="FB923C"/>
                </a:solidFill>
                <a:latin typeface="Calibri"/>
              </a:defRPr>
            </a:pPr>
            <a:r>
              <a:t>[WIP]   MQTT Integration - architecture designed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7607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>
              <a:spcAft>
                <a:spcPts val="2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RESEARCH REFERENCES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[1] WMO Guide to Instruments &amp; Methods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 of Observation (WMO-No. 8)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[2] Zhao et al., MTAD-GAT: Graph Attention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 for Time-series Anomaly Detection, ICDM 2020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[3] Hundman et al., Detecting Anomalies Using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 LSTMs &amp; Dynamic Thresholding, KDD 2018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[4] Jena Climate Dataset, Max Planck Institute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[5] Bosch BMP280 Datasheet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[6] Aosong DHT22/AM2302 Datasheet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[7] MQTT v3.1.1 Standard (ISO/IEC 20922)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[8] Lundberg &amp; Lee, SHAP: Unified Approach</a:t>
            </a:r>
          </a:p>
          <a:p>
            <a:pPr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  to Interpreting Predictions, NeurIPS 2017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980</Words>
  <Application>Microsoft Office PowerPoint</Application>
  <PresentationFormat>Widescreen</PresentationFormat>
  <Paragraphs>237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Salahuddin</cp:lastModifiedBy>
  <cp:revision>2</cp:revision>
  <dcterms:created xsi:type="dcterms:W3CDTF">2013-01-27T09:14:16Z</dcterms:created>
  <dcterms:modified xsi:type="dcterms:W3CDTF">2026-08-31T16:16:05Z</dcterms:modified>
  <cp:category/>
</cp:coreProperties>
</file>